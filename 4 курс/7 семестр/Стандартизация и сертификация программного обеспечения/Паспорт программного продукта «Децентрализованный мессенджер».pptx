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E2E1-48C1-45C6-B568-489A4857793D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1A50-6555-467A-B370-1F27D9495428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85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E2E1-48C1-45C6-B568-489A4857793D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1A50-6555-467A-B370-1F27D9495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699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E2E1-48C1-45C6-B568-489A4857793D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1A50-6555-467A-B370-1F27D9495428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28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E2E1-48C1-45C6-B568-489A4857793D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1A50-6555-467A-B370-1F27D9495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58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E2E1-48C1-45C6-B568-489A4857793D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1A50-6555-467A-B370-1F27D9495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8523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E2E1-48C1-45C6-B568-489A4857793D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1A50-6555-467A-B370-1F27D9495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074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E2E1-48C1-45C6-B568-489A4857793D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1A50-6555-467A-B370-1F27D9495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083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0F7E2E1-48C1-45C6-B568-489A4857793D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711A50-6555-467A-B370-1F27D9495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08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E2E1-48C1-45C6-B568-489A4857793D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1A50-6555-467A-B370-1F27D9495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13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E2E1-48C1-45C6-B568-489A4857793D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1A50-6555-467A-B370-1F27D9495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140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E2E1-48C1-45C6-B568-489A4857793D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11A50-6555-467A-B370-1F27D9495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812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0F7E2E1-48C1-45C6-B568-489A4857793D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6711A50-6555-467A-B370-1F27D9495428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847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4EF0D3-EFC7-9BBB-C5E4-727529B9C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74335"/>
          </a:xfrm>
        </p:spPr>
        <p:txBody>
          <a:bodyPr>
            <a:noAutofit/>
          </a:bodyPr>
          <a:lstStyle/>
          <a:p>
            <a:pPr algn="ctr"/>
            <a:r>
              <a:rPr lang="ru-RU" sz="6000" dirty="0"/>
              <a:t>Паспорт программного продукта «Децентрализованный мессенджер»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ABE600-AFE0-115A-13C1-6FDFA9DB5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1496"/>
            <a:ext cx="9144000" cy="656303"/>
          </a:xfrm>
        </p:spPr>
        <p:txBody>
          <a:bodyPr/>
          <a:lstStyle/>
          <a:p>
            <a:pPr algn="r"/>
            <a:r>
              <a:rPr lang="ru-RU" dirty="0"/>
              <a:t>Выполнил: Гришин Андрей ИКБО-11-22</a:t>
            </a:r>
          </a:p>
        </p:txBody>
      </p:sp>
    </p:spTree>
    <p:extLst>
      <p:ext uri="{BB962C8B-B14F-4D97-AF65-F5344CB8AC3E}">
        <p14:creationId xmlns:p14="http://schemas.microsoft.com/office/powerpoint/2010/main" val="3185232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8E9C2-034F-19E1-D248-A5E6AC38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Назначения и основные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71684C-7F20-3CD7-B09B-B9002EB4C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Назначение: обмена сообщениями и файлами между пользователями без участия централизованных серверов.</a:t>
            </a:r>
          </a:p>
          <a:p>
            <a:r>
              <a:rPr lang="ru-RU" dirty="0"/>
              <a:t>Функции:</a:t>
            </a:r>
          </a:p>
          <a:p>
            <a:pPr lvl="1"/>
            <a:r>
              <a:rPr lang="ru-RU" dirty="0"/>
              <a:t>регистрация и аутентификация через криптографические ключи;</a:t>
            </a:r>
          </a:p>
          <a:p>
            <a:pPr lvl="1"/>
            <a:r>
              <a:rPr lang="ru-RU" dirty="0"/>
              <a:t>обмен зашифрованными сообщениями и файлами;</a:t>
            </a:r>
          </a:p>
          <a:p>
            <a:pPr lvl="1"/>
            <a:r>
              <a:rPr lang="ru-RU" dirty="0"/>
              <a:t>создание групповых чатов и каналов;</a:t>
            </a:r>
          </a:p>
          <a:p>
            <a:pPr lvl="1"/>
            <a:r>
              <a:rPr lang="ru-RU" dirty="0"/>
              <a:t>синхронизация сообщений по P2P-сети;</a:t>
            </a:r>
          </a:p>
          <a:p>
            <a:pPr lvl="1"/>
            <a:r>
              <a:rPr lang="ru-RU" dirty="0"/>
              <a:t>возможность офлайн-доставки сообщений при восстановлении соединения;</a:t>
            </a:r>
          </a:p>
          <a:p>
            <a:pPr lvl="1"/>
            <a:r>
              <a:rPr lang="ru-RU" dirty="0"/>
              <a:t>хранение истории локально с шифрованием;</a:t>
            </a:r>
          </a:p>
          <a:p>
            <a:pPr lvl="1"/>
            <a:r>
              <a:rPr lang="ru-RU" dirty="0"/>
              <a:t>уведомления о новых сообщениях и изменениях статуса доставки.</a:t>
            </a:r>
          </a:p>
          <a:p>
            <a:endParaRPr lang="ru-RU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3BDBF102-F7F2-9E00-A47B-4D32D962B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6226" y="2831688"/>
            <a:ext cx="2073882" cy="204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1858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F0C5D3-0866-B149-1349-8091767D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системы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B0BD4A-6B08-5DB9-B938-958742691F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88688"/>
            <a:ext cx="91059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Клиентский уровень — интерфейс, логика, шифрование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Сетевой уровень —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маршрутизация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и передача данных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Уровень хранения — локальная база и распределённые узлы хранения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EC1F1E31-71D0-739C-CC38-51D217004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070" y="3644570"/>
            <a:ext cx="2123769" cy="212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827F4778-5364-D95E-01D0-569AD1C63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232" y="4543627"/>
            <a:ext cx="1735517" cy="38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icture background">
            <a:extLst>
              <a:ext uri="{FF2B5EF4-FFF2-40B4-BE49-F238E27FC236}">
                <a16:creationId xmlns:a16="http://schemas.microsoft.com/office/drawing/2014/main" id="{68C01A16-D8C7-3487-A906-0712E8AAA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193" y="3711863"/>
            <a:ext cx="2123768" cy="212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849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ADEFA-D67E-F933-D90B-3B22DA6DF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взаимодействия основных компонентов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5AEBB13-0F5D-3490-90EB-D61F3F700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3267" y="1846263"/>
            <a:ext cx="6485791" cy="4022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83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2AD584-FAD5-BAE7-B443-2E2A39AFE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Модули клиентской части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F0C899-0E63-3314-6D53-08C1ED67C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Модуль интерфейса: чаты, контакты, уведомления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Модуль аутентификации: генерация и проверка ключей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Модуль обмена сообщениями: отправка и получение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Локальное хранилище: зашифрованная история переписки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Криптографический модуль: AES-256 и RSA-2048</a:t>
            </a:r>
          </a:p>
        </p:txBody>
      </p:sp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AD310F41-BD17-0186-54A0-245CC5608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4870" y="2270760"/>
            <a:ext cx="26098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182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8056FA-F557-92E9-C97C-2DDC1B6AF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Сетевой слой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D1FE98-34BF-FFCA-78D4-17177FABB3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55558"/>
            <a:ext cx="6127640" cy="173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buFont typeface="Arial" panose="020B0604020202020204" pitchFamily="34" charset="0"/>
              <a:buChar char="•"/>
              <a:tabLst/>
            </a:pPr>
            <a:r>
              <a:rPr lang="ru-RU" altLang="ru-RU" dirty="0"/>
              <a:t> Маршрутизация и поиск узлов через </a:t>
            </a:r>
            <a:r>
              <a:rPr lang="ru-RU" altLang="ru-RU" dirty="0" err="1"/>
              <a:t>WebRTC</a:t>
            </a:r>
            <a:endParaRPr lang="ru-RU" altLang="ru-RU" dirty="0"/>
          </a:p>
          <a:p>
            <a:pPr marR="0" lvl="0" fontAlgn="base">
              <a:buFont typeface="Arial" panose="020B0604020202020204" pitchFamily="34" charset="0"/>
              <a:buChar char="•"/>
              <a:tabLst/>
            </a:pPr>
            <a:r>
              <a:rPr lang="ru-RU" altLang="ru-RU" dirty="0"/>
              <a:t> Передача зашифрованных пакетов между клиентами</a:t>
            </a:r>
          </a:p>
          <a:p>
            <a:pPr marR="0" lvl="0" fontAlgn="base">
              <a:buFont typeface="Arial" panose="020B0604020202020204" pitchFamily="34" charset="0"/>
              <a:buChar char="•"/>
              <a:tabLst/>
            </a:pPr>
            <a:r>
              <a:rPr lang="ru-RU" altLang="ru-RU" dirty="0"/>
              <a:t> Поддержка работы при нестабильном соединении</a:t>
            </a:r>
          </a:p>
          <a:p>
            <a:pPr marR="0" lvl="0" fontAlgn="base">
              <a:buFont typeface="Arial" panose="020B0604020202020204" pitchFamily="34" charset="0"/>
              <a:buChar char="•"/>
              <a:tabLst/>
            </a:pPr>
            <a:r>
              <a:rPr lang="ru-RU" altLang="ru-RU" dirty="0"/>
              <a:t> Временное хранение сообщений на узлах сети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BD56B929-A0A3-B53E-D5D1-8103E2C30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940" y="2072641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901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F0FD6F-A210-08F1-2EB8-647479A7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Входная и выходная информация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6667C6-3BAD-6B61-B82D-3C668E70B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494385" cy="4023360"/>
          </a:xfrm>
        </p:spPr>
        <p:txBody>
          <a:bodyPr/>
          <a:lstStyle/>
          <a:p>
            <a:r>
              <a:rPr lang="ru-RU" dirty="0"/>
              <a:t>Входная информация: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Ключи пользователя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Сообщения и файлы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Данные сети и соединений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41417BF-E90E-B235-88CF-2A8B92F2ED01}"/>
              </a:ext>
            </a:extLst>
          </p:cNvPr>
          <p:cNvSpPr txBox="1">
            <a:spLocks/>
          </p:cNvSpPr>
          <p:nvPr/>
        </p:nvSpPr>
        <p:spPr>
          <a:xfrm>
            <a:off x="6578764" y="1845734"/>
            <a:ext cx="3494385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Выходная информация: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Уведомления о доставке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Входящие сообщения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Информация о статусе узлов и соединениях</a:t>
            </a:r>
          </a:p>
        </p:txBody>
      </p:sp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51DF632A-D7B5-3166-D2CF-2D897BDB7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019" y="3429000"/>
            <a:ext cx="2689123" cy="268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14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71FEA-B2A4-5C9A-B915-46721E67F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аппаратному обеспечению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AA6ACD-92A5-2FCD-30EF-0F860C9D6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445223" cy="4023360"/>
          </a:xfrm>
        </p:spPr>
        <p:txBody>
          <a:bodyPr/>
          <a:lstStyle/>
          <a:p>
            <a:r>
              <a:rPr lang="ru-RU" dirty="0"/>
              <a:t>Минимальные требования: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ru-RU" dirty="0" err="1"/>
              <a:t>Android</a:t>
            </a:r>
            <a:r>
              <a:rPr lang="ru-RU" dirty="0"/>
              <a:t> 9.0 или выше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4 ядра, 1.8 ГГц, 2 ГБ ОЗУ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200 МБ свободного места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Подключение </a:t>
            </a:r>
            <a:r>
              <a:rPr lang="ru-RU" dirty="0" err="1"/>
              <a:t>Wi</a:t>
            </a:r>
            <a:r>
              <a:rPr lang="ru-RU" dirty="0"/>
              <a:t>-Fi или 4G</a:t>
            </a:r>
          </a:p>
          <a:p>
            <a:endParaRPr lang="ru-RU" dirty="0"/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A02DBE74-9E79-4FC3-5EA3-74D5334B3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5" y="2160638"/>
            <a:ext cx="20002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121037-DC59-E3AD-88CD-4DF839CF5FD5}"/>
              </a:ext>
            </a:extLst>
          </p:cNvPr>
          <p:cNvSpPr txBox="1"/>
          <p:nvPr/>
        </p:nvSpPr>
        <p:spPr>
          <a:xfrm>
            <a:off x="7898068" y="1852836"/>
            <a:ext cx="2848589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Рекомендуемые: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Android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12+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8 ядер, 2.5 ГГц, 4 ГБ ОЗУ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Поддержка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Wi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-Fi 6 или 5G</a:t>
            </a:r>
          </a:p>
        </p:txBody>
      </p:sp>
    </p:spTree>
    <p:extLst>
      <p:ext uri="{BB962C8B-B14F-4D97-AF65-F5344CB8AC3E}">
        <p14:creationId xmlns:p14="http://schemas.microsoft.com/office/powerpoint/2010/main" val="1767643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C2755C-BAE0-1913-ED39-1391F3466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E25EDE-52E8-9BF4-4473-C3E0C3444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ходе работы сформирован паспорт программного продукта — мобильного приложения, реализующего принципы децентрализованной связи.</a:t>
            </a:r>
            <a:br>
              <a:rPr lang="ru-RU" dirty="0"/>
            </a:br>
            <a:r>
              <a:rPr lang="ru-RU" dirty="0"/>
              <a:t>Разработанная структура отражает современный подход к безопасным коммуникациям без центральных серверов и демонстрирует практическую реализацию пиринговой архитектуры на мобильной платформе </a:t>
            </a:r>
            <a:r>
              <a:rPr lang="ru-RU" dirty="0" err="1"/>
              <a:t>Android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535590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73</TotalTime>
  <Words>311</Words>
  <Application>Microsoft Office PowerPoint</Application>
  <PresentationFormat>Широкоэкранный</PresentationFormat>
  <Paragraphs>49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Ретро</vt:lpstr>
      <vt:lpstr>Паспорт программного продукта «Децентрализованный мессенджер»</vt:lpstr>
      <vt:lpstr>Назначения и основные функции</vt:lpstr>
      <vt:lpstr>Архитектура системы</vt:lpstr>
      <vt:lpstr>Схема взаимодействия основных компонентов</vt:lpstr>
      <vt:lpstr>Модули клиентской части</vt:lpstr>
      <vt:lpstr>Сетевой слой</vt:lpstr>
      <vt:lpstr>Входная и выходная информация</vt:lpstr>
      <vt:lpstr>Требования к аппаратному обеспечению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Rarmash</dc:creator>
  <cp:lastModifiedBy>Andrew Rarmash</cp:lastModifiedBy>
  <cp:revision>3</cp:revision>
  <dcterms:created xsi:type="dcterms:W3CDTF">2025-10-22T10:07:54Z</dcterms:created>
  <dcterms:modified xsi:type="dcterms:W3CDTF">2025-10-22T11:35:24Z</dcterms:modified>
</cp:coreProperties>
</file>